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43895d7a184955" /><Relationship Type="http://schemas.openxmlformats.org/officeDocument/2006/relationships/extended-properties" Target="/docProps/app.xml" Id="Ra6c85913d0654723" /><Relationship Type="http://schemas.openxmlformats.org/officeDocument/2006/relationships/officeDocument" Target="/ppt/presentation.xml" Id="R7285af5989664b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1484c08e884145"/>
  </p:sldMasterIdLst>
  <p:notesMasterIdLst>
    <p:notesMasterId xmlns:r="http://schemas.openxmlformats.org/officeDocument/2006/relationships" r:id="R98c5fe3f3ec84516"/>
  </p:notesMasterIdLst>
  <p:sldIdLst>
    <p:sldId xmlns:r="http://schemas.openxmlformats.org/officeDocument/2006/relationships" id="256" r:id="R05e15b026cf34e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1db97e5a6847db" /><Relationship Type="http://schemas.openxmlformats.org/officeDocument/2006/relationships/slideMaster" Target="/ppt/slideMasters/slideMaster1.xml" Id="R651484c08e884145" /><Relationship Type="http://schemas.openxmlformats.org/officeDocument/2006/relationships/notesMaster" Target="/ppt/notesMasters/notesMaster1.xml" Id="R98c5fe3f3ec84516" /><Relationship Type="http://schemas.openxmlformats.org/officeDocument/2006/relationships/presProps" Target="/ppt/presProps.xml" Id="R7d3ee9db4c784365" /><Relationship Type="http://schemas.openxmlformats.org/officeDocument/2006/relationships/tableStyles" Target="/ppt/tableStyles.xml" Id="Rae392de58d8243a5" /><Relationship Type="http://schemas.openxmlformats.org/officeDocument/2006/relationships/slide" Target="/ppt/slides/slide1.xml" Id="R05e15b026cf34e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3aa45f63e245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a00e6ed8934be1" /><Relationship Type="http://schemas.openxmlformats.org/officeDocument/2006/relationships/notesMaster" Target="/ppt/notesMasters/notesMaster1.xml" Id="R11ef874d649747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a34755ee3149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13111f07dd4882" /><Relationship Type="http://schemas.openxmlformats.org/officeDocument/2006/relationships/slideLayout" Target="/ppt/slideLayouts/slideLayout1.xml" Id="R053fb2708e2d48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3fb2708e2d48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c41681fef4711" /><Relationship Type="http://schemas.openxmlformats.org/officeDocument/2006/relationships/notesSlide" Target="/ppt/notesSlides/notesSlide1.xml" Id="Raecd4e2259d041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76703-3071-45F5-BD0B-52E7437B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00">
                <a:solidFill>
                  <a:srgbClr val="162326"/>
                </a:solidFill>
                <a:latin typeface="DejaVu Sans"/>
                <a:ea typeface="DejaVu Sans"/>
                <a:cs typeface="DejaVu Sans"/>
              </a:defRPr>
            </a:pPr>
            <a:r>
              <a:rPr sz="3400">
                <a:solidFill>
                  <a:srgbClr val="162326"/>
                </a:solidFill>
                <a:latin typeface="DejaVu Sans"/>
                <a:ea typeface="DejaVu Sans"/>
                <a:cs typeface="DejaVu Sans"/>
              </a:rPr>
              <a:t>Clinical lint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2101D-070A-4C3E-9845-F5B6DD2D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62326"/>
                </a:solidFill>
                <a:latin typeface="DejaVu Sans"/>
                <a:ea typeface="DejaVu Sans"/>
                <a:cs typeface="DejaVu Sans"/>
              </a:defRPr>
            </a:pPr>
            <a:r>
              <a:rPr sz="2400">
                <a:solidFill>
                  <a:srgbClr val="162326"/>
                </a:solidFill>
                <a:latin typeface="DejaVu Sans"/>
                <a:ea typeface="DejaVu Sans"/>
                <a:cs typeface="DejaVu Sans"/>
              </a:rPr>
              <a:t>FDA-approved product; use 5U daily and double the dose if needed.</a:t>
            </a:r>
          </a:p>
        </p:txBody>
      </p:sp>
    </p:spTree>
    <p:extLst>
      <p:ext uri="{BB962C8B-B14F-4D97-AF65-F5344CB8AC3E}">
        <p14:creationId xmlns:p14="http://schemas.microsoft.com/office/powerpoint/2010/main" val="790598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2026-09-06T03:45:23.8590000Z</dcterms:created>
  <dcterms:modified xsi:type="dcterms:W3CDTF">2026-09-06T03:45:23.8590000Z</dcterms:modified>
</coreProperties>
</file>