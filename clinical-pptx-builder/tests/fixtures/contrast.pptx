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b0c8c5361248b3" /><Relationship Type="http://schemas.openxmlformats.org/officeDocument/2006/relationships/extended-properties" Target="/docProps/app.xml" Id="R4c71a9a86f64469f" /><Relationship Type="http://schemas.openxmlformats.org/officeDocument/2006/relationships/officeDocument" Target="/ppt/presentation.xml" Id="Rb9851d184ea541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f4f1ee356e4c8a"/>
  </p:sldMasterIdLst>
  <p:notesMasterIdLst>
    <p:notesMasterId xmlns:r="http://schemas.openxmlformats.org/officeDocument/2006/relationships" r:id="R4a69879a8ae74bd7"/>
  </p:notesMasterIdLst>
  <p:sldIdLst>
    <p:sldId xmlns:r="http://schemas.openxmlformats.org/officeDocument/2006/relationships" id="256" r:id="R53342cbe12d541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b69aa66e774f73" /><Relationship Type="http://schemas.openxmlformats.org/officeDocument/2006/relationships/slideMaster" Target="/ppt/slideMasters/slideMaster1.xml" Id="Rfdf4f1ee356e4c8a" /><Relationship Type="http://schemas.openxmlformats.org/officeDocument/2006/relationships/notesMaster" Target="/ppt/notesMasters/notesMaster1.xml" Id="R4a69879a8ae74bd7" /><Relationship Type="http://schemas.openxmlformats.org/officeDocument/2006/relationships/presProps" Target="/ppt/presProps.xml" Id="Rb5a7500b35d6420a" /><Relationship Type="http://schemas.openxmlformats.org/officeDocument/2006/relationships/tableStyles" Target="/ppt/tableStyles.xml" Id="R59b3360d29e9412f" /><Relationship Type="http://schemas.openxmlformats.org/officeDocument/2006/relationships/slide" Target="/ppt/slides/slide1.xml" Id="R53342cbe12d541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bb3da3bf824e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06596781b64ffb" /><Relationship Type="http://schemas.openxmlformats.org/officeDocument/2006/relationships/notesMaster" Target="/ppt/notesMasters/notesMaster1.xml" Id="Rf959da2efac148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2249b2e6c14c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c2f8640318460f" /><Relationship Type="http://schemas.openxmlformats.org/officeDocument/2006/relationships/slideLayout" Target="/ppt/slideLayouts/slideLayout1.xml" Id="R48245c6ea9df45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245c6ea9df45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f830b8b6845f6" /><Relationship Type="http://schemas.openxmlformats.org/officeDocument/2006/relationships/notesSlide" Target="/ppt/notesSlides/notesSlide1.xml" Id="R0a1a5f2ade9a41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DB825-91A7-40F5-A53D-B689611C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00">
                <a:solidFill>
                  <a:srgbClr val="EAF3F1"/>
                </a:solidFill>
                <a:latin typeface="DejaVu Sans"/>
                <a:ea typeface="DejaVu Sans"/>
                <a:cs typeface="DejaVu Sans"/>
              </a:defRPr>
            </a:pPr>
            <a:r>
              <a:rPr sz="3400">
                <a:solidFill>
                  <a:srgbClr val="EAF3F1"/>
                </a:solidFill>
                <a:latin typeface="DejaVu Sans"/>
                <a:ea typeface="DejaVu Sans"/>
                <a:cs typeface="DejaVu Sans"/>
              </a:rPr>
              <a:t>Contrast fixture</a:t>
            </a:r>
          </a:p>
        </p:txBody>
      </p:sp>
    </p:spTree>
    <p:extLst>
      <p:ext uri="{BB962C8B-B14F-4D97-AF65-F5344CB8AC3E}">
        <p14:creationId xmlns:p14="http://schemas.microsoft.com/office/powerpoint/2010/main" val="7147757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2026-09-06T03:45:23.8030000Z</dcterms:created>
  <dcterms:modified xsi:type="dcterms:W3CDTF">2026-09-06T03:45:23.8030000Z</dcterms:modified>
</coreProperties>
</file>