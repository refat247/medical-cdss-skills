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21e63328b4d7e" /><Relationship Type="http://schemas.openxmlformats.org/officeDocument/2006/relationships/extended-properties" Target="/docProps/app.xml" Id="Rd614bd4e3198423c" /><Relationship Type="http://schemas.openxmlformats.org/officeDocument/2006/relationships/officeDocument" Target="/ppt/presentation.xml" Id="R26bed5127a26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325af753847c1"/>
  </p:sldMasterIdLst>
  <p:notesMasterIdLst>
    <p:notesMasterId xmlns:r="http://schemas.openxmlformats.org/officeDocument/2006/relationships" r:id="R16adfa636ebe4b62"/>
  </p:notesMasterIdLst>
  <p:sldIdLst>
    <p:sldId xmlns:r="http://schemas.openxmlformats.org/officeDocument/2006/relationships" id="256" r:id="Rfe8d1bb6146c42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0ccdba8f44175" /><Relationship Type="http://schemas.openxmlformats.org/officeDocument/2006/relationships/slideMaster" Target="/ppt/slideMasters/slideMaster1.xml" Id="Re7c325af753847c1" /><Relationship Type="http://schemas.openxmlformats.org/officeDocument/2006/relationships/notesMaster" Target="/ppt/notesMasters/notesMaster1.xml" Id="R16adfa636ebe4b62" /><Relationship Type="http://schemas.openxmlformats.org/officeDocument/2006/relationships/presProps" Target="/ppt/presProps.xml" Id="R5d78c88302a94b45" /><Relationship Type="http://schemas.openxmlformats.org/officeDocument/2006/relationships/tableStyles" Target="/ppt/tableStyles.xml" Id="R149a1986c6574403" /><Relationship Type="http://schemas.openxmlformats.org/officeDocument/2006/relationships/slide" Target="/ppt/slides/slide1.xml" Id="Rfe8d1bb6146c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3af63bef9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d5b57caeff4b5c" /><Relationship Type="http://schemas.openxmlformats.org/officeDocument/2006/relationships/notesMaster" Target="/ppt/notesMasters/notesMaster1.xml" Id="R1174698f5fe7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219b7c563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06d9bd53a4fbf" /><Relationship Type="http://schemas.openxmlformats.org/officeDocument/2006/relationships/slideLayout" Target="/ppt/slideLayouts/slideLayout1.xml" Id="Rc2c09e177005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09e177005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232d4c86c4491" /><Relationship Type="http://schemas.openxmlformats.org/officeDocument/2006/relationships/notesSlide" Target="/ppt/notesSlides/notesSlide1.xml" Id="Raee19f585e0d40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34FB1-E525-4090-8768-69FD69F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Overflow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1E53-E150-4894-B1F0-F0B8FA9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This deliberately long sentence is placed in a very short text box so the preflight and render checks have a known hard failure to detect.</a:t>
            </a:r>
          </a:p>
        </p:txBody>
      </p:sp>
    </p:spTree>
    <p:extLst>
      <p:ext uri="{BB962C8B-B14F-4D97-AF65-F5344CB8AC3E}">
        <p14:creationId xmlns:p14="http://schemas.microsoft.com/office/powerpoint/2010/main" val="1827155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2026-09-06T03:45:23.7430000Z</dcterms:created>
  <dcterms:modified xsi:type="dcterms:W3CDTF">2026-09-06T03:45:23.7430000Z</dcterms:modified>
</coreProperties>
</file>