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530f79c16413d" /><Relationship Type="http://schemas.openxmlformats.org/officeDocument/2006/relationships/extended-properties" Target="/docProps/app.xml" Id="R80d0500e235d49e1" /><Relationship Type="http://schemas.openxmlformats.org/officeDocument/2006/relationships/officeDocument" Target="/ppt/presentation.xml" Id="R11f831312136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753ea61e4b45cc"/>
  </p:sldMasterIdLst>
  <p:notesMasterIdLst>
    <p:notesMasterId xmlns:r="http://schemas.openxmlformats.org/officeDocument/2006/relationships" r:id="R6c9a144cb21644b4"/>
  </p:notesMasterIdLst>
  <p:sldIdLst>
    <p:sldId xmlns:r="http://schemas.openxmlformats.org/officeDocument/2006/relationships" id="256" r:id="Rf32a0638958548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292137506446a0" /><Relationship Type="http://schemas.openxmlformats.org/officeDocument/2006/relationships/slideMaster" Target="/ppt/slideMasters/slideMaster1.xml" Id="Rab753ea61e4b45cc" /><Relationship Type="http://schemas.openxmlformats.org/officeDocument/2006/relationships/notesMaster" Target="/ppt/notesMasters/notesMaster1.xml" Id="R6c9a144cb21644b4" /><Relationship Type="http://schemas.openxmlformats.org/officeDocument/2006/relationships/presProps" Target="/ppt/presProps.xml" Id="R18a516937c99482d" /><Relationship Type="http://schemas.openxmlformats.org/officeDocument/2006/relationships/tableStyles" Target="/ppt/tableStyles.xml" Id="R597f13cf8d1340d7" /><Relationship Type="http://schemas.openxmlformats.org/officeDocument/2006/relationships/slide" Target="/ppt/slides/slide1.xml" Id="Rf32a06389585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208cf7e682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f67fb1b0ba468b" /><Relationship Type="http://schemas.openxmlformats.org/officeDocument/2006/relationships/notesMaster" Target="/ppt/notesMasters/notesMaster1.xml" Id="R2ab97024daba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6d8e56ade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a4820f4bcf4473" /><Relationship Type="http://schemas.openxmlformats.org/officeDocument/2006/relationships/slideLayout" Target="/ppt/slideLayouts/slideLayout1.xml" Id="R860bb64ec4004f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bb64ec4004f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3d144f4c24a15" /><Relationship Type="http://schemas.openxmlformats.org/officeDocument/2006/relationships/notesSlide" Target="/ppt/notesSlides/notesSlide1.xml" Id="R00e7d2c068974c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3843D-BEE5-4500-B188-8799AB6A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3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Good fixture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9FD66-917A-47C1-9421-4A739681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Readable clinical teaching point</a:t>
            </a:r>
          </a:p>
          <a:p xmlns:a="http://schemas.openxmlformats.org/drawingml/2006/main">
            <a:pPr>
              <a:def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162326"/>
                </a:solidFill>
                <a:latin typeface="DejaVu Sans"/>
                <a:ea typeface="DejaVu Sans"/>
                <a:cs typeface="DejaVu Sans"/>
              </a:rPr>
              <a:t>One concise supporting line.</a:t>
            </a:r>
          </a:p>
        </p:txBody>
      </p:sp>
    </p:spTree>
    <p:extLst>
      <p:ext uri="{BB962C8B-B14F-4D97-AF65-F5344CB8AC3E}">
        <p14:creationId xmlns:p14="http://schemas.microsoft.com/office/powerpoint/2010/main" val="592881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2026-09-06T03:45:23.3590000Z</dcterms:created>
  <dcterms:modified xsi:type="dcterms:W3CDTF">2026-09-06T03:45:23.3590000Z</dcterms:modified>
</coreProperties>
</file>