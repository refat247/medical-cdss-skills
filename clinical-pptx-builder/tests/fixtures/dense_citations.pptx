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88b5dc6a94013" /><Relationship Type="http://schemas.openxmlformats.org/officeDocument/2006/relationships/extended-properties" Target="/docProps/app.xml" Id="R358cbcc73e384310" /><Relationship Type="http://schemas.openxmlformats.org/officeDocument/2006/relationships/officeDocument" Target="/ppt/presentation.xml" Id="R122c7dae88f443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ff17c90194f62"/>
  </p:sldMasterIdLst>
  <p:notesMasterIdLst>
    <p:notesMasterId xmlns:r="http://schemas.openxmlformats.org/officeDocument/2006/relationships" r:id="R29c90003cbc948e3"/>
  </p:notesMasterIdLst>
  <p:sldIdLst>
    <p:sldId xmlns:r="http://schemas.openxmlformats.org/officeDocument/2006/relationships" id="256" r:id="Rab47e4166f22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848e489454ebd" /><Relationship Type="http://schemas.openxmlformats.org/officeDocument/2006/relationships/slideMaster" Target="/ppt/slideMasters/slideMaster1.xml" Id="Rcfdff17c90194f62" /><Relationship Type="http://schemas.openxmlformats.org/officeDocument/2006/relationships/notesMaster" Target="/ppt/notesMasters/notesMaster1.xml" Id="R29c90003cbc948e3" /><Relationship Type="http://schemas.openxmlformats.org/officeDocument/2006/relationships/presProps" Target="/ppt/presProps.xml" Id="Rc3da04df62a94a13" /><Relationship Type="http://schemas.openxmlformats.org/officeDocument/2006/relationships/tableStyles" Target="/ppt/tableStyles.xml" Id="R6af5bf8011fb4d7c" /><Relationship Type="http://schemas.openxmlformats.org/officeDocument/2006/relationships/slide" Target="/ppt/slides/slide1.xml" Id="Rab47e4166f22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d6484c0ba74d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8fb15ca594257" /><Relationship Type="http://schemas.openxmlformats.org/officeDocument/2006/relationships/notesMaster" Target="/ppt/notesMasters/notesMaster1.xml" Id="Re83460ed4292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0d9248e1f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c6159ae79448b" /><Relationship Type="http://schemas.openxmlformats.org/officeDocument/2006/relationships/slideLayout" Target="/ppt/slideLayouts/slideLayout1.xml" Id="Rbe279e3f4f194e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79e3f4f194e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196cd4da04ab9" /><Relationship Type="http://schemas.openxmlformats.org/officeDocument/2006/relationships/notesSlide" Target="/ppt/notesSlides/notesSlide1.xml" Id="Rc1b86c0ba63144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5A337-06EE-40F9-BF40-52ABB9FF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Dense citations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3E0F-BFC1-4DE1-846B-5D6194E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366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536366"/>
                </a:solidFill>
                <a:latin typeface="DejaVu Sans"/>
                <a:ea typeface="DejaVu Sans"/>
                <a:cs typeface="DejaVu Sans"/>
              </a:rPr>
              <a:t>1. Trial A. Journal. 2022;1:1. 2. Trial B. Journal. 2023;2:2. 3. Guideline C. Society. 2024. 4. Review D. Journal. 2025;4:4. 5. Label E. Manufacturer. 2026. 6. Meta-analysis F. Journal. 2026;6:6.</a:t>
            </a:r>
          </a:p>
        </p:txBody>
      </p:sp>
    </p:spTree>
    <p:extLst>
      <p:ext uri="{BB962C8B-B14F-4D97-AF65-F5344CB8AC3E}">
        <p14:creationId xmlns:p14="http://schemas.microsoft.com/office/powerpoint/2010/main" val="2089990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2026-09-06T03:45:23.9800000Z</dcterms:created>
  <dcterms:modified xsi:type="dcterms:W3CDTF">2026-09-06T03:45:23.9800000Z</dcterms:modified>
</coreProperties>
</file>