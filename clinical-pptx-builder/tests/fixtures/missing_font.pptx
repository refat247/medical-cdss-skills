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d7b60ee5c448c9" /><Relationship Type="http://schemas.openxmlformats.org/officeDocument/2006/relationships/extended-properties" Target="/docProps/app.xml" Id="R57233b9ad40f4c75" /><Relationship Type="http://schemas.openxmlformats.org/officeDocument/2006/relationships/officeDocument" Target="/ppt/presentation.xml" Id="Rf4def72df3b84f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af29f661c7419e"/>
  </p:sldMasterIdLst>
  <p:notesMasterIdLst>
    <p:notesMasterId xmlns:r="http://schemas.openxmlformats.org/officeDocument/2006/relationships" r:id="Rff4e13110d98414c"/>
  </p:notesMasterIdLst>
  <p:sldIdLst>
    <p:sldId xmlns:r="http://schemas.openxmlformats.org/officeDocument/2006/relationships" id="256" r:id="R217b9d0310c548d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c7641c84ae469b" /><Relationship Type="http://schemas.openxmlformats.org/officeDocument/2006/relationships/slideMaster" Target="/ppt/slideMasters/slideMaster1.xml" Id="Rddaf29f661c7419e" /><Relationship Type="http://schemas.openxmlformats.org/officeDocument/2006/relationships/notesMaster" Target="/ppt/notesMasters/notesMaster1.xml" Id="Rff4e13110d98414c" /><Relationship Type="http://schemas.openxmlformats.org/officeDocument/2006/relationships/presProps" Target="/ppt/presProps.xml" Id="R3656340a3ad84eae" /><Relationship Type="http://schemas.openxmlformats.org/officeDocument/2006/relationships/tableStyles" Target="/ppt/tableStyles.xml" Id="R7943787bafcd4e24" /><Relationship Type="http://schemas.openxmlformats.org/officeDocument/2006/relationships/slide" Target="/ppt/slides/slide1.xml" Id="R217b9d0310c548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6160c671e744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cbb3934a5e4a16" /><Relationship Type="http://schemas.openxmlformats.org/officeDocument/2006/relationships/notesMaster" Target="/ppt/notesMasters/notesMaster1.xml" Id="R3c4d9625f1b346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ec2c9a46d642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53ab69f9944cb1" /><Relationship Type="http://schemas.openxmlformats.org/officeDocument/2006/relationships/slideLayout" Target="/ppt/slideLayouts/slideLayout1.xml" Id="Re7d7e26c8b7240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d7e26c8b7240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b8a6e9e8154f1f" /><Relationship Type="http://schemas.openxmlformats.org/officeDocument/2006/relationships/notesSlide" Target="/ppt/notesSlides/notesSlide1.xml" Id="R19b3501e72fa408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A0E5CA-ACEF-4D31-94EA-E7057F40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00">
                <a:solidFill>
                  <a:srgbClr val="162326"/>
                </a:solidFill>
                <a:latin typeface="Papyrus"/>
                <a:ea typeface="Papyrus"/>
                <a:cs typeface="Papyrus"/>
              </a:defRPr>
            </a:pPr>
            <a:r>
              <a:rPr sz="3400">
                <a:solidFill>
                  <a:srgbClr val="162326"/>
                </a:solidFill>
                <a:latin typeface="Papyrus"/>
                <a:ea typeface="Papyrus"/>
                <a:cs typeface="Papyrus"/>
              </a:rPr>
              <a:t>Missing font fixture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0016CA-700B-4E2A-ABC7-E5DA9E81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62326"/>
                </a:solidFill>
                <a:latin typeface="Papyrus"/>
                <a:ea typeface="Papyrus"/>
                <a:cs typeface="Papyrus"/>
              </a:defRPr>
            </a:pPr>
            <a:r>
              <a:rPr sz="2400">
                <a:solidFill>
                  <a:srgbClr val="162326"/>
                </a:solidFill>
                <a:latin typeface="Papyrus"/>
                <a:ea typeface="Papyrus"/>
                <a:cs typeface="Papyrus"/>
              </a:rPr>
              <a:t>Font substitution should be reported.</a:t>
            </a:r>
          </a:p>
        </p:txBody>
      </p:sp>
    </p:spTree>
    <p:extLst>
      <p:ext uri="{BB962C8B-B14F-4D97-AF65-F5344CB8AC3E}">
        <p14:creationId xmlns:p14="http://schemas.microsoft.com/office/powerpoint/2010/main" val="3637056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2026-09-06T03:45:23.9160000Z</dcterms:created>
  <dcterms:modified xsi:type="dcterms:W3CDTF">2026-09-06T03:45:23.9160000Z</dcterms:modified>
</coreProperties>
</file>