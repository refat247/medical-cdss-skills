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ID: CASE-001; Source: S1 p1; Expected answer: source-supported.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ID: CASE-001; Source: S1 p1; Expected answer: source-supported.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Title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Clinical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Source: guideline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Title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Clinical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Source: guideline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