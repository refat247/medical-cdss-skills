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/>
              <a:t>Title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5486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/>
              <a:t>Clinical content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/>
              <a:t>Source: guideline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/>
              <a:t>Title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5486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/>
              <a:t>Clinical content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/>
              <a:t>Source: guideline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